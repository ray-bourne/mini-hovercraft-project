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245BC8-C677-4888-8554-4595D005C168}" type="datetimeFigureOut">
              <a:rPr lang="en-US" smtClean="0"/>
              <a:t>4/29/2022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E03E46-F2BF-4F2B-852F-7188DD0F9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62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E03E46-F2BF-4F2B-852F-7188DD0F90C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4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4/29/2022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-7UWdMDE_i0_StlAzXNzuWABtanbI-La/view" TargetMode="Externa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976792"/>
            <a:ext cx="8791575" cy="1655762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Name: Ray-Shaun Bourne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Teacher: Miss. Tora Simpson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9814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064" y="544440"/>
            <a:ext cx="11180864" cy="1012722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Aim/Overview of project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994" y="1696065"/>
            <a:ext cx="12012561" cy="5036574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en-US" dirty="0" smtClean="0"/>
              <a:t>The</a:t>
            </a:r>
            <a:r>
              <a:rPr lang="en-US" dirty="0"/>
              <a:t> </a:t>
            </a:r>
            <a:r>
              <a:rPr lang="en-US" dirty="0" smtClean="0"/>
              <a:t>aim/overview </a:t>
            </a:r>
            <a:r>
              <a:rPr lang="en-US" dirty="0"/>
              <a:t>of this project was to design and build (design using software such as AutoCAD and Fusion360) a small working model of a hovercraft with a system that allows the hovercraft to propel horizontally covering a distance of four yards. In addition, research and study were done to better understand the concept of the hovercraft which uses a horizontal and vertical propulsion system. The objectives/requirements of this project were that</a:t>
            </a:r>
            <a:r>
              <a:rPr lang="en-US" dirty="0" smtClean="0"/>
              <a:t>:</a:t>
            </a:r>
          </a:p>
          <a:p>
            <a:r>
              <a:rPr lang="en-US" dirty="0"/>
              <a:t>1. The hovercraft should be able to cover four yards or more.</a:t>
            </a:r>
          </a:p>
          <a:p>
            <a:r>
              <a:rPr lang="en-US" dirty="0"/>
              <a:t> 2. Should be designed where it would be able to fit in a person’s hand.</a:t>
            </a:r>
          </a:p>
          <a:p>
            <a:r>
              <a:rPr lang="en-US" dirty="0"/>
              <a:t> 3. Hovercraft must be designed so that it could travel on land surface.</a:t>
            </a:r>
          </a:p>
          <a:p>
            <a:r>
              <a:rPr lang="en-US" dirty="0"/>
              <a:t> 4. Must be designed so that be able to produce enough air cushion for it to</a:t>
            </a:r>
          </a:p>
          <a:p>
            <a:r>
              <a:rPr lang="en-US" dirty="0"/>
              <a:t>     over and produce enough thrust to move along the ground by itself.</a:t>
            </a:r>
          </a:p>
          <a:p>
            <a:r>
              <a:rPr lang="en-US" dirty="0"/>
              <a:t> 5. Made of simple materials (Materials of plastic or foam etc.).</a:t>
            </a:r>
          </a:p>
          <a:p>
            <a:r>
              <a:rPr lang="en-US" dirty="0"/>
              <a:t>  6. Budget of $50.</a:t>
            </a:r>
          </a:p>
          <a:p>
            <a:pPr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8542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357865"/>
            <a:ext cx="8791575" cy="833853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1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263" y="1422049"/>
            <a:ext cx="8951895" cy="482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7655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064" y="544441"/>
            <a:ext cx="11180864" cy="1012722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cont’d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987" y="4903111"/>
            <a:ext cx="12012561" cy="1430234"/>
          </a:xfrm>
        </p:spPr>
        <p:txBody>
          <a:bodyPr>
            <a:normAutofit/>
          </a:bodyPr>
          <a:lstStyle/>
          <a:p>
            <a:r>
              <a:rPr lang="en-US" dirty="0"/>
              <a:t>Design 1 was drawn using AutoCAD. The design uses three fan blades, a control </a:t>
            </a:r>
            <a:r>
              <a:rPr lang="en-US" dirty="0" smtClean="0"/>
              <a:t>panel and </a:t>
            </a:r>
            <a:r>
              <a:rPr lang="en-US" dirty="0"/>
              <a:t>powered by two </a:t>
            </a:r>
            <a:r>
              <a:rPr lang="en-US" dirty="0" smtClean="0"/>
              <a:t>batteries. The design also contains </a:t>
            </a:r>
            <a:r>
              <a:rPr lang="en-US" dirty="0"/>
              <a:t>the skirt (which is the outside region of the design.)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197002" y="1646503"/>
            <a:ext cx="5338988" cy="316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8363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918" y="153823"/>
            <a:ext cx="9905998" cy="775567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 for design 1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7759" y="1011835"/>
            <a:ext cx="6378315" cy="573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8547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357865"/>
            <a:ext cx="8791575" cy="833853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2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668" y="1321754"/>
            <a:ext cx="8429085" cy="5074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002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064" y="544441"/>
            <a:ext cx="11180864" cy="101272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2</a:t>
            </a: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cont’d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439" y="4895736"/>
            <a:ext cx="12012561" cy="1857453"/>
          </a:xfrm>
        </p:spPr>
        <p:txBody>
          <a:bodyPr>
            <a:normAutofit/>
          </a:bodyPr>
          <a:lstStyle/>
          <a:p>
            <a:r>
              <a:rPr lang="en-US" dirty="0"/>
              <a:t>Design 2 was drawn using AutoCAD. The design uses one main fan blade which propels the hovercraft horizontally/forward. In the middle of the design is the control panel which is powered by four </a:t>
            </a:r>
            <a:r>
              <a:rPr lang="en-US" dirty="0" smtClean="0"/>
              <a:t>batteries</a:t>
            </a:r>
            <a:r>
              <a:rPr lang="en-US" dirty="0"/>
              <a:t> </a:t>
            </a:r>
            <a:r>
              <a:rPr lang="en-US" dirty="0" smtClean="0"/>
              <a:t>and holds a switch as well.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202966" y="1622915"/>
            <a:ext cx="5327060" cy="320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1333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918" y="168814"/>
            <a:ext cx="9905998" cy="573199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 for design 2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3858" y="801975"/>
            <a:ext cx="6646118" cy="595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4866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3942" y="551814"/>
            <a:ext cx="11180864" cy="1012722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Criteria Matrix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18760366"/>
              </p:ext>
            </p:extLst>
          </p:nvPr>
        </p:nvGraphicFramePr>
        <p:xfrm>
          <a:off x="604683" y="1850924"/>
          <a:ext cx="10486104" cy="45056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0026">
                  <a:extLst>
                    <a:ext uri="{9D8B030D-6E8A-4147-A177-3AD203B41FA5}">
                      <a16:colId xmlns:a16="http://schemas.microsoft.com/office/drawing/2014/main" val="1934052349"/>
                    </a:ext>
                  </a:extLst>
                </a:gridCol>
                <a:gridCol w="2622026">
                  <a:extLst>
                    <a:ext uri="{9D8B030D-6E8A-4147-A177-3AD203B41FA5}">
                      <a16:colId xmlns:a16="http://schemas.microsoft.com/office/drawing/2014/main" val="2779822503"/>
                    </a:ext>
                  </a:extLst>
                </a:gridCol>
                <a:gridCol w="2622026">
                  <a:extLst>
                    <a:ext uri="{9D8B030D-6E8A-4147-A177-3AD203B41FA5}">
                      <a16:colId xmlns:a16="http://schemas.microsoft.com/office/drawing/2014/main" val="209605671"/>
                    </a:ext>
                  </a:extLst>
                </a:gridCol>
                <a:gridCol w="2622026">
                  <a:extLst>
                    <a:ext uri="{9D8B030D-6E8A-4147-A177-3AD203B41FA5}">
                      <a16:colId xmlns:a16="http://schemas.microsoft.com/office/drawing/2014/main" val="854246529"/>
                    </a:ext>
                  </a:extLst>
                </a:gridCol>
              </a:tblGrid>
              <a:tr h="14281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Evaluation Matrix: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Possible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Effectiveness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Score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Score for</a:t>
                      </a:r>
                      <a:endParaRPr lang="en-US" sz="1100">
                        <a:effectLst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Design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Score for</a:t>
                      </a:r>
                      <a:endParaRPr lang="en-US" sz="1100">
                        <a:effectLst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Design 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5036071"/>
                  </a:ext>
                </a:extLst>
              </a:tr>
              <a:tr h="4769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1. Cost Effectiveness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4151317"/>
                  </a:ext>
                </a:extLst>
              </a:tr>
              <a:tr h="4769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2. Weight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8199333"/>
                  </a:ext>
                </a:extLst>
              </a:tr>
              <a:tr h="4683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3. Travels 4 – 6 ft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00230941"/>
                  </a:ext>
                </a:extLst>
              </a:tr>
              <a:tr h="4769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4. Simplicity 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9262314"/>
                  </a:ext>
                </a:extLst>
              </a:tr>
              <a:tr h="4769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5. Power Consumed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81721014"/>
                  </a:ext>
                </a:extLst>
              </a:tr>
              <a:tr h="7012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Total effectiveness score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70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2577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19202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064" y="544440"/>
            <a:ext cx="11180864" cy="1012722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Reasoning for criteria Matrix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994" y="1696065"/>
            <a:ext cx="12012561" cy="5036574"/>
          </a:xfrm>
        </p:spPr>
        <p:txBody>
          <a:bodyPr>
            <a:normAutofit/>
          </a:bodyPr>
          <a:lstStyle/>
          <a:p>
            <a:r>
              <a:rPr lang="en-US" dirty="0"/>
              <a:t>Based on the Criteria Matrix, design 2 was selected. For cost effectiveness design 1 would be more expensive than design 2 because of the extra cost of getting three fan blades and possibly 3 dc motors as compared to design 2 which only utilizes one fan blade and one dc motor. The only disadvantage for cost effectiveness with design 2, it uses four batteries compared to design 1 it uses two batteries.  In terms of weight Design 1 and Design 2 match up. In terms of travelling 4 – 6 ft. both designs would travel in that distance however, design 2 based on the battery power would more than likely travel farther than 4-6 ft. Based on simplicity design 1 has a simpler build compared to design 2. As for the Power Consumed design 1 would consume less power compared to design 2.</a:t>
            </a:r>
          </a:p>
        </p:txBody>
      </p:sp>
    </p:spTree>
    <p:extLst>
      <p:ext uri="{BB962C8B-B14F-4D97-AF65-F5344CB8AC3E}">
        <p14:creationId xmlns:p14="http://schemas.microsoft.com/office/powerpoint/2010/main" val="18650827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037" y="161926"/>
            <a:ext cx="9906000" cy="958951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Materials/Components 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 descr="C:\Users\Administrator\Downloads\Telegram Desktop\FInal Report (project)\photo_2022-04-10_14-52-33.jpg"/>
          <p:cNvPicPr>
            <a:picLocks noGrp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894808" y="1260986"/>
            <a:ext cx="8384457" cy="52799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06696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3335" y="287288"/>
            <a:ext cx="9906000" cy="892583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Design of Hovercraft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 descr="C:\Users\Administrator\Downloads\Telegram Desktop\FInal Report (project)\photo_2022-04-10_14-51-26.jpg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03" y="1762432"/>
            <a:ext cx="5626510" cy="4667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Content Placeholder 9"/>
          <p:cNvPicPr>
            <a:picLocks noGrp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199" y="1998406"/>
            <a:ext cx="5891981" cy="443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8582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3106" y="353656"/>
            <a:ext cx="9906000" cy="892583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Hovercraft Testing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538317" y="1467465"/>
            <a:ext cx="11171902" cy="5287296"/>
          </a:xfrm>
        </p:spPr>
        <p:txBody>
          <a:bodyPr/>
          <a:lstStyle/>
          <a:p>
            <a:r>
              <a:rPr lang="en-US" dirty="0" smtClean="0"/>
              <a:t>Link to the hovercraft testing - </a:t>
            </a:r>
            <a:r>
              <a:rPr lang="en-US" u="sng" dirty="0">
                <a:hlinkClick r:id="rId2"/>
              </a:rPr>
              <a:t>https://drive.google.com/file/d/1-7UWdMDE_i0_StlAzXNzuWABtanbI-La/view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1273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3106" y="353656"/>
            <a:ext cx="9906000" cy="811467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Hovercraft Testing (Cont’d)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892278" y="1511711"/>
            <a:ext cx="10463980" cy="4984954"/>
          </a:xfrm>
        </p:spPr>
        <p:txBody>
          <a:bodyPr/>
          <a:lstStyle/>
          <a:p>
            <a:r>
              <a:rPr lang="en-US" dirty="0" smtClean="0"/>
              <a:t>Link to hovercraft testing -  https</a:t>
            </a:r>
            <a:r>
              <a:rPr lang="en-US" dirty="0"/>
              <a:t>://drive.google.com/file/d/1l2z3n_Z4ZOBfJyxkESqjygHjZbbecrVF/view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0627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064" y="544440"/>
            <a:ext cx="11180864" cy="1012722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Things learned from the project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994" y="1696065"/>
            <a:ext cx="12012561" cy="5036574"/>
          </a:xfrm>
        </p:spPr>
        <p:txBody>
          <a:bodyPr>
            <a:normAutofit/>
          </a:bodyPr>
          <a:lstStyle/>
          <a:p>
            <a:r>
              <a:rPr lang="en-US" dirty="0" smtClean="0"/>
              <a:t>1. Origin of the Hovercraft</a:t>
            </a:r>
          </a:p>
          <a:p>
            <a:r>
              <a:rPr lang="en-US" dirty="0" smtClean="0"/>
              <a:t>2.How a hovercraft works</a:t>
            </a:r>
          </a:p>
          <a:p>
            <a:r>
              <a:rPr lang="en-US" dirty="0" smtClean="0"/>
              <a:t>3. How wiring connections works</a:t>
            </a:r>
          </a:p>
          <a:p>
            <a:r>
              <a:rPr lang="en-US" dirty="0" smtClean="0"/>
              <a:t>4.  How important it is not to have a damaged wire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1495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064" y="544440"/>
            <a:ext cx="11180864" cy="1012722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994" y="1696065"/>
            <a:ext cx="12012561" cy="5036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1</a:t>
            </a:r>
            <a:r>
              <a:rPr lang="en-US" dirty="0"/>
              <a:t>. Ensure that the materials you are using are strong enough and durable (especially the wires).</a:t>
            </a:r>
          </a:p>
          <a:p>
            <a:pPr marL="0" indent="0">
              <a:buNone/>
            </a:pPr>
            <a:r>
              <a:rPr lang="en-US" dirty="0"/>
              <a:t>2. Ensure the most important parts of the hovercraft such as the skirt is properly made with the right material.</a:t>
            </a:r>
          </a:p>
          <a:p>
            <a:pPr marL="0" indent="0">
              <a:buNone/>
            </a:pPr>
            <a:r>
              <a:rPr lang="en-US" dirty="0"/>
              <a:t>3. Ensure that you have strong knowledge of wire connection before attempting to wire anything.</a:t>
            </a:r>
          </a:p>
          <a:p>
            <a:pPr marL="0" indent="0">
              <a:buNone/>
            </a:pPr>
            <a:r>
              <a:rPr lang="en-US" dirty="0"/>
              <a:t>4. Ensure the model that you build uses strong enough batteries for it to work.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8894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880</TotalTime>
  <Words>652</Words>
  <Application>Microsoft Office PowerPoint</Application>
  <PresentationFormat>Widescreen</PresentationFormat>
  <Paragraphs>72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Times New Roman</vt:lpstr>
      <vt:lpstr>Trebuchet MS</vt:lpstr>
      <vt:lpstr>Tw Cen MT</vt:lpstr>
      <vt:lpstr>Circuit</vt:lpstr>
      <vt:lpstr>Project Presentation</vt:lpstr>
      <vt:lpstr>Aim/Overview of project</vt:lpstr>
      <vt:lpstr>Design 1</vt:lpstr>
      <vt:lpstr>Design 1 cont’d</vt:lpstr>
      <vt:lpstr>Flow Chart for design 1</vt:lpstr>
      <vt:lpstr>Design 2</vt:lpstr>
      <vt:lpstr>Design 2 cont’d</vt:lpstr>
      <vt:lpstr>Flow Chart for design 2</vt:lpstr>
      <vt:lpstr>Criteria Matrix</vt:lpstr>
      <vt:lpstr>Reasoning for criteria Matrix</vt:lpstr>
      <vt:lpstr>Materials/Components </vt:lpstr>
      <vt:lpstr>Complete Design of Hovercraft</vt:lpstr>
      <vt:lpstr>Hovercraft Testing</vt:lpstr>
      <vt:lpstr>Hovercraft Testing (Cont’d)</vt:lpstr>
      <vt:lpstr>Things learned from the project</vt:lpstr>
      <vt:lpstr>Recommendations</vt:lpstr>
    </vt:vector>
  </TitlesOfParts>
  <Company>Home Office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Presentation</dc:title>
  <dc:creator>Windows User</dc:creator>
  <cp:lastModifiedBy>Windows User</cp:lastModifiedBy>
  <cp:revision>21</cp:revision>
  <dcterms:created xsi:type="dcterms:W3CDTF">2022-03-20T18:57:37Z</dcterms:created>
  <dcterms:modified xsi:type="dcterms:W3CDTF">2022-04-29T14:53:40Z</dcterms:modified>
</cp:coreProperties>
</file>